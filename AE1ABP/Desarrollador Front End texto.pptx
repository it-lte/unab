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33a04a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0c33a04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0c33a04a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0c33a04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c33a04a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0c33a04a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0c33a04a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0c33a04a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0c33a04a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0c33a04a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0c33a04a8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0c33a04a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0c33a04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0c33a04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33781" y="558431"/>
            <a:ext cx="6390600" cy="15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233775" y="2125594"/>
            <a:ext cx="6390600" cy="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3589" l="0" r="0" t="-3590"/>
          <a:stretch/>
        </p:blipFill>
        <p:spPr>
          <a:xfrm>
            <a:off x="0" y="-203475"/>
            <a:ext cx="9144000" cy="6095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4355906" y="670013"/>
            <a:ext cx="430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Desarrollador Front End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6566725" y="3281350"/>
            <a:ext cx="22269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Integrantes :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Jose Muñoz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Camila Garay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Felipe Radwell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Alejandra Flaño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Jennifer Mardones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t/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 : 03/06/2025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052550" y="563306"/>
            <a:ext cx="70389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Front End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3401494" y="1612763"/>
            <a:ext cx="52176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Calibri"/>
                <a:ea typeface="Calibri"/>
                <a:cs typeface="Calibri"/>
                <a:sym typeface="Calibri"/>
              </a:rPr>
              <a:t>Un perfil Front End en desarrollo web se refiere a un profesional que se especializa en crear la parte visible e interactiva de una aplicación o sitio web, la que los usuarios ven y con la que interactúan directamente. Esta área del desarrollo web se enfoca en la experiencia del usuario (UX) y en la interfaz de usuario (UI), asegurando que la aplicación sea funcional, atractiva y fácil de usar. 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FINICIONES: DESARROLLO FRONT-END | Blog Somos Sinapsis" id="145" name="Google Shape;1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836" y="1877995"/>
            <a:ext cx="2898725" cy="18171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3466969" y="3318600"/>
            <a:ext cx="5086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front end, o "lado cliente" en desarrollo web, es la parte de una aplicación o sitio web que los usuarios pueden ver e interactuar directamente. Incluye elementos como la interfaz de usuario, diseño, estilos, botones, imágenes, y la funcionalidad de los elementos que hacen clic en el navegador del us</a:t>
            </a: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uario.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Habilidades</a:t>
            </a:r>
            <a:endParaRPr b="1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106700" y="1120894"/>
            <a:ext cx="7709700" cy="3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Lenguajes y herramientas de desarrollo: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HTML, CSS y JavaScript: Los tres pilares fundamentales del desarrollo web front-end.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Marcos CSS: Frameworks como Bootstrap, Tailwind o Sass que facilitan la creación de diseños y estilos.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Marcos JavaScript: React, Vue o Angular, que ayudan a construir interfaces de usuario interactivas y dinámicas.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Preprocesadores CSS: Herramientas como Sass que permiten crear CSS más organizado y eficiente.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Control de versiones: Herramientas como Git para gestionar el código y colaborar con otros desarrolladores.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Herramientas de depuración: Para identificar y solucionar errores en el código.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Habilidades de diseño y usabilidad: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Diseño web responsivo: Creación de diseños que se adaptan a diferentes dispositivos y tamaños de pantalla.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UI/UX (Interfaz de Usuario/Experiencia de Usuario): Entender las necesidades del usuario y crear una interfaz intuitiva y fácil de usar.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Diseño de wireframes y maquetas: Planificación y diseño visual de la interfaz de usuario.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Diseño de la experiencia del usuario (UX): Asegurar que la interacción del usuario sea fluida y satisfactoria.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Habilidades de optimización y rendimiento: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Optimización del rendimiento web: Reducción del tiempo de carga y mejora de la experiencia del usuario.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API RESTful: Entender cómo interactuar con APIs para obtener y enviar datos.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35267" lvl="0" marL="342900" rtl="0" algn="just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Comprensión del tiempo de carga: Impacto de la velocidad de carga en la experiencia del usuario y las conversiones.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Competencias claves</a:t>
            </a:r>
            <a:endParaRPr b="1"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1297500" y="1782335"/>
            <a:ext cx="7038900" cy="19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00"/>
              <a:t>Las competencias clave de un desarrollador front-end incluyen el dominio de HTML, CSS y JavaScript, la habilidad para crear diseños responsivos, la comprensión de la experiencia del usuario (UX) y la accesibilidad, y la capacidad de colaborar eficazmente con otros. Además, son importantes la optimización del rendimiento web, las pruebas y depuración, y la familiaridad con herramientas como Git y frameworks JavaScript.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Metodología de trabajo</a:t>
            </a:r>
            <a:endParaRPr b="1"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129294" y="1307925"/>
            <a:ext cx="7574100" cy="34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 Planificación y Análisis:</a:t>
            </a:r>
            <a:endParaRPr b="1"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Comprender los requisitos del proyecto y los objetivos del cliente.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Identificar las tecnologías y herramientas necesarias.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un plan de trabajo detallado.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Diseño y Prototipado:</a:t>
            </a:r>
            <a:endParaRPr b="1"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wireframes y maquetas para visualizar la interfaz de usuario.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Diseñar la estructura visual de la página o aplicación.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Prototipar la funcionalidad de la aplicación.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Desarrollo y Codificación:</a:t>
            </a:r>
            <a:endParaRPr b="1"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Utilizar HTML, CSS y JavaScript para implementar el diseño.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Escribir código para crear la funcionalidad de la aplicación.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Usar frameworks y librerías de front-end como React, Angular o Vue.js.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 </a:t>
            </a:r>
            <a:r>
              <a:rPr b="1" lang="es"/>
              <a:t>Pruebas y Control de Calidad:</a:t>
            </a:r>
            <a:endParaRPr b="1"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Realizar pruebas de funcionalidad, rendimiento y accesibilidad.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Utilizar herramientas de testing automatizado para garantizar la calidad del código.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s"/>
              <a:t>Implementación y Mantenimiento:</a:t>
            </a:r>
            <a:endParaRPr b="1"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Publicar la aplicación en un servidor web.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Realizar actualizaciones y correcciones de errores. </a:t>
            </a:r>
            <a:endParaRPr/>
          </a:p>
          <a:p>
            <a:pPr indent="-235267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Monitorear el rendimiento de la aplicación.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Contexto laboral en el que se desempeña</a:t>
            </a:r>
            <a:endParaRPr b="1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56249"/>
            <a:ext cx="7038900" cy="24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Un desarrollador front-end trabaja principalmente en la parte visual y funcional de un sitio web o aplicación web que los usuarios interactúan directamente. Su contexto laboral incluye la colaboración con diseñadores de UI/UX, desarrolladores back-end, y otros miembros del equipo de desarrollo, con el objetivo de crear una experiencia de usuario atractiva y funcional.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El contexto laboral de un desarrollador front-end se caracteriza por la colaboración, la adaptación a diferentes entornos de trabajo, la búsqueda constante de aprendizaje y la comunicación clara y efectiva con otros miembros del equipo.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7109325" y="3793775"/>
            <a:ext cx="1707000" cy="10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